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D7D494-E0B8-4DC9-8A0E-5A53C4246907}" v="2" dt="2026-03-14T12:57:39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4660"/>
  </p:normalViewPr>
  <p:slideViewPr>
    <p:cSldViewPr snapToGrid="0">
      <p:cViewPr varScale="1">
        <p:scale>
          <a:sx n="96" d="100"/>
          <a:sy n="96" d="100"/>
        </p:scale>
        <p:origin x="97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ung Ji Lim" userId="bab0b6e4a3c08ab2" providerId="LiveId" clId="{79A65D33-CCC9-4AFF-BDCC-CBFF18BA0BF9}"/>
    <pc:docChg chg="undo custSel addSld modSld">
      <pc:chgData name="Seung Ji Lim" userId="bab0b6e4a3c08ab2" providerId="LiveId" clId="{79A65D33-CCC9-4AFF-BDCC-CBFF18BA0BF9}" dt="2026-03-14T12:57:47.292" v="17" actId="14100"/>
      <pc:docMkLst>
        <pc:docMk/>
      </pc:docMkLst>
      <pc:sldChg chg="addSp delSp modSp new mod">
        <pc:chgData name="Seung Ji Lim" userId="bab0b6e4a3c08ab2" providerId="LiveId" clId="{79A65D33-CCC9-4AFF-BDCC-CBFF18BA0BF9}" dt="2026-03-14T12:57:47.292" v="17" actId="14100"/>
        <pc:sldMkLst>
          <pc:docMk/>
          <pc:sldMk cId="3613149715" sldId="262"/>
        </pc:sldMkLst>
        <pc:spChg chg="del">
          <ac:chgData name="Seung Ji Lim" userId="bab0b6e4a3c08ab2" providerId="LiveId" clId="{79A65D33-CCC9-4AFF-BDCC-CBFF18BA0BF9}" dt="2026-03-14T12:55:33.661" v="1" actId="478"/>
          <ac:spMkLst>
            <pc:docMk/>
            <pc:sldMk cId="3613149715" sldId="262"/>
            <ac:spMk id="2" creationId="{39329F02-8D57-C1E5-E7F2-709B5881CE10}"/>
          </ac:spMkLst>
        </pc:spChg>
        <pc:spChg chg="del">
          <ac:chgData name="Seung Ji Lim" userId="bab0b6e4a3c08ab2" providerId="LiveId" clId="{79A65D33-CCC9-4AFF-BDCC-CBFF18BA0BF9}" dt="2026-03-14T12:55:33.661" v="1" actId="478"/>
          <ac:spMkLst>
            <pc:docMk/>
            <pc:sldMk cId="3613149715" sldId="262"/>
            <ac:spMk id="3" creationId="{FD98C388-1662-095D-356C-69EA5DE33907}"/>
          </ac:spMkLst>
        </pc:spChg>
        <pc:picChg chg="add">
          <ac:chgData name="Seung Ji Lim" userId="bab0b6e4a3c08ab2" providerId="LiveId" clId="{79A65D33-CCC9-4AFF-BDCC-CBFF18BA0BF9}" dt="2026-03-14T12:56:28.777" v="2" actId="22"/>
          <ac:picMkLst>
            <pc:docMk/>
            <pc:sldMk cId="3613149715" sldId="262"/>
            <ac:picMk id="5" creationId="{8AB31053-CD36-3B0A-3D33-0FB40B43156A}"/>
          </ac:picMkLst>
        </pc:picChg>
        <pc:picChg chg="add mod modCrop">
          <ac:chgData name="Seung Ji Lim" userId="bab0b6e4a3c08ab2" providerId="LiveId" clId="{79A65D33-CCC9-4AFF-BDCC-CBFF18BA0BF9}" dt="2026-03-14T12:57:45.178" v="16" actId="1076"/>
          <ac:picMkLst>
            <pc:docMk/>
            <pc:sldMk cId="3613149715" sldId="262"/>
            <ac:picMk id="7" creationId="{C8A0D6C8-662B-7CCF-AE35-E574D2D21A68}"/>
          </ac:picMkLst>
        </pc:picChg>
        <pc:cxnChg chg="add mod">
          <ac:chgData name="Seung Ji Lim" userId="bab0b6e4a3c08ab2" providerId="LiveId" clId="{79A65D33-CCC9-4AFF-BDCC-CBFF18BA0BF9}" dt="2026-03-14T12:57:39.078" v="12" actId="14100"/>
          <ac:cxnSpMkLst>
            <pc:docMk/>
            <pc:sldMk cId="3613149715" sldId="262"/>
            <ac:cxnSpMk id="8" creationId="{ADA678DD-023B-A5CA-6794-178F2DA751B7}"/>
          </ac:cxnSpMkLst>
        </pc:cxnChg>
        <pc:cxnChg chg="add mod">
          <ac:chgData name="Seung Ji Lim" userId="bab0b6e4a3c08ab2" providerId="LiveId" clId="{79A65D33-CCC9-4AFF-BDCC-CBFF18BA0BF9}" dt="2026-03-14T12:57:47.292" v="17" actId="14100"/>
          <ac:cxnSpMkLst>
            <pc:docMk/>
            <pc:sldMk cId="3613149715" sldId="262"/>
            <ac:cxnSpMk id="11" creationId="{E62EBAEA-BEA8-44E9-7387-13273E28122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822D5-7591-A3AC-F6C5-E15BC98EB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193B2D-0A76-228B-B671-CA1325D20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BA0547-D725-C341-6C27-D5B13AE72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7973-FF08-4178-BFEB-748063F170F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B66D02-2DC6-82E2-6194-82DB185FD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B4A764-DAB7-8A20-6DCB-500203818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8318-B8F1-44E2-B2CD-0BD420659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185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2E1DF2-C120-9F1D-F83B-D42BF7913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CE2C85-3499-6D7A-D414-7727BF637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83A0B2-D154-54B2-64F5-B4DD786A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7973-FF08-4178-BFEB-748063F170F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65E8A9-DA01-9BC0-9ECD-0DAFCF42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EB87D2-5608-8A06-AEF1-9DD3BDB14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8318-B8F1-44E2-B2CD-0BD420659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820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8382E-DBC1-1186-C4EF-35BF0ED7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19315E-CA9B-10AB-5B0D-A0B9C703D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2C555B-90EC-F3B7-57B1-D74E8846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7973-FF08-4178-BFEB-748063F170F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878530-E580-DACF-A872-7D826376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509350-A3DE-E9D9-6580-41F6377A3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8318-B8F1-44E2-B2CD-0BD420659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417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054D3-B64E-E7CB-D531-5BB225A8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B328C9-F529-18CB-0394-6A4D8B5CF0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30EB94-BA1D-1433-4F5B-6E63731F1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B4F35D-C3AA-A4CB-2858-8FB9BC986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7973-FF08-4178-BFEB-748063F170F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19F846-F326-5792-0BAA-785175C57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19C547-00F0-4DAE-C735-251DB976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8318-B8F1-44E2-B2CD-0BD420659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054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13DFD-E306-09DC-6F48-6BEB31BBE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805DB5-73AC-33DD-7F1B-07F7FB51A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B60C60-562A-C982-1422-BC61D96A4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FE27CC-F011-554F-C895-9E3643E77A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40A384-DD26-A58F-8D58-9F7A8CF51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F9FC50-92DF-96B6-2E60-45932642E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7973-FF08-4178-BFEB-748063F170F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82C42C-892D-A13B-2E7E-B8939C5C1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57491F2-F9EF-E7EF-82B5-0F5FE300C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8318-B8F1-44E2-B2CD-0BD420659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312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D3FBB5-F31D-1D2B-FC6C-B06274033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F7499C-20C2-5450-547F-ED5DD2719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7973-FF08-4178-BFEB-748063F170F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104936-D19F-0FCD-DEBD-7DE0EA9F2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42951-F918-9702-B438-8AF133CDC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8318-B8F1-44E2-B2CD-0BD420659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118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C1808F0-31B8-48BB-70FD-DDFA176AE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7973-FF08-4178-BFEB-748063F170F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892ABA-90F8-D70D-5766-7F03BBAC1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B6BA78-B85C-3480-6DBE-8BB42E81A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8318-B8F1-44E2-B2CD-0BD420659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530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1C67D5-61CF-F838-60F3-FE25B1565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9B34A8-7CF1-C340-2022-5A963C4FA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9DE4FE-FB4C-F16E-B258-3744A02EF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099038-7978-6B6E-4E8A-59E1EE13F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7973-FF08-4178-BFEB-748063F170F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7289F9-A89E-EE88-FF5D-04617E3C9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5B21A3-EBA9-FB74-C171-150B1F78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8318-B8F1-44E2-B2CD-0BD420659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909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7CACD-9BE8-15C0-D9BD-DC2618449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9547507-8811-B90A-AEBF-A6E2D5149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84166B-F030-F3C5-7D5C-016B7E9BB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D23BB0-150A-7792-72F4-1E93E660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7973-FF08-4178-BFEB-748063F170F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DBF53C-9B8A-7F38-4D18-E8DCEA369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9D8259-692D-B3A5-B9DE-4F8CD8D1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8318-B8F1-44E2-B2CD-0BD420659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372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57800-C355-C995-507E-D63D26450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944F83-08F5-F350-4DA0-0CBD70B5C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66607E-B186-AFC6-14B1-41AA21EFC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7973-FF08-4178-BFEB-748063F170F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0E54E1-3B7B-6CCD-67F0-7666654A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F5782A-DF67-FF6B-566D-A0C38E1E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8318-B8F1-44E2-B2CD-0BD420659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492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B6FF681-82DD-7B08-0585-741E97CE8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D4C98B-E85E-B8CE-CBDF-B281BF85B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2B4E1B-4BC4-1294-9752-0E8475B1F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7973-FF08-4178-BFEB-748063F170F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0349B8-8B21-19F5-969D-820C8C6F5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2A771E-B9AB-E0E4-3D4C-FD20952D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8318-B8F1-44E2-B2CD-0BD420659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79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28445A-5B14-E70B-70C0-BEA8D642D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1928CE-EACF-192B-8E6F-93E823366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FC1E6B-F432-D969-522A-0EBF81742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BC7973-FF08-4178-BFEB-748063F170F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D00577-6FE0-203C-9EDE-1D1E1FDCEF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4228B3-40A5-5ABC-8A53-03497668B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08318-B8F1-44E2-B2CD-0BD420659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934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6A9192-B78E-BEE0-7354-5BC641D7B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9CE501-A5A7-5775-DA8E-C22225D45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1521"/>
          <a:stretch>
            <a:fillRect/>
          </a:stretch>
        </p:blipFill>
        <p:spPr>
          <a:xfrm>
            <a:off x="0" y="152400"/>
            <a:ext cx="4691270" cy="6553200"/>
          </a:xfrm>
          <a:prstGeom prst="rect">
            <a:avLst/>
          </a:prstGeom>
        </p:spPr>
      </p:pic>
      <p:pic>
        <p:nvPicPr>
          <p:cNvPr id="9" name="그림 8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11E9A7-20EC-708C-1BD6-5D89CAE414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79" b="64257"/>
          <a:stretch>
            <a:fillRect/>
          </a:stretch>
        </p:blipFill>
        <p:spPr>
          <a:xfrm>
            <a:off x="4691270" y="152400"/>
            <a:ext cx="7500729" cy="2342322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89FDB8C-9A90-B98F-204F-975A8CBD9029}"/>
              </a:ext>
            </a:extLst>
          </p:cNvPr>
          <p:cNvCxnSpPr>
            <a:cxnSpLocks/>
          </p:cNvCxnSpPr>
          <p:nvPr/>
        </p:nvCxnSpPr>
        <p:spPr>
          <a:xfrm>
            <a:off x="4035287" y="1123122"/>
            <a:ext cx="2060713" cy="271338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6A4ECA7-0109-2985-A8A7-8C54859C1006}"/>
              </a:ext>
            </a:extLst>
          </p:cNvPr>
          <p:cNvCxnSpPr>
            <a:cxnSpLocks/>
          </p:cNvCxnSpPr>
          <p:nvPr/>
        </p:nvCxnSpPr>
        <p:spPr>
          <a:xfrm flipV="1">
            <a:off x="6096000" y="2166730"/>
            <a:ext cx="2401957" cy="166977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706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20E6C7-2FF3-E11C-9975-6CD843C2A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pic>
        <p:nvPicPr>
          <p:cNvPr id="20" name="그림 19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62F72C-0424-8F23-5D54-6E1E036AFB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6096000" y="152400"/>
            <a:ext cx="6096000" cy="6553200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F069F9F-3D1F-2C90-3D03-BEE524B06D6F}"/>
              </a:ext>
            </a:extLst>
          </p:cNvPr>
          <p:cNvCxnSpPr>
            <a:cxnSpLocks/>
          </p:cNvCxnSpPr>
          <p:nvPr/>
        </p:nvCxnSpPr>
        <p:spPr>
          <a:xfrm flipV="1">
            <a:off x="4303643" y="606287"/>
            <a:ext cx="4224131" cy="121933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B00B05C-211D-4913-E494-45A9E20A38B0}"/>
              </a:ext>
            </a:extLst>
          </p:cNvPr>
          <p:cNvCxnSpPr>
            <a:cxnSpLocks/>
          </p:cNvCxnSpPr>
          <p:nvPr/>
        </p:nvCxnSpPr>
        <p:spPr>
          <a:xfrm>
            <a:off x="2613991" y="606287"/>
            <a:ext cx="1689652" cy="121933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711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4EF0C3-4349-81C3-1FB3-96296EA55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pic>
        <p:nvPicPr>
          <p:cNvPr id="9" name="그림 8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860525-784C-4748-DD77-106998479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746"/>
          <a:stretch>
            <a:fillRect/>
          </a:stretch>
        </p:blipFill>
        <p:spPr>
          <a:xfrm>
            <a:off x="5089942" y="152400"/>
            <a:ext cx="7102058" cy="6553200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A823D9C-AEB3-B228-FD2E-1EFF7A01BB8B}"/>
              </a:ext>
            </a:extLst>
          </p:cNvPr>
          <p:cNvCxnSpPr>
            <a:cxnSpLocks/>
          </p:cNvCxnSpPr>
          <p:nvPr/>
        </p:nvCxnSpPr>
        <p:spPr>
          <a:xfrm flipV="1">
            <a:off x="2972909" y="660400"/>
            <a:ext cx="4723291" cy="117778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54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AB31053-CD36-3B0A-3D33-0FB40B431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8A0D6C8-662B-7CCF-AE35-E574D2D21A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92" t="23762"/>
          <a:stretch>
            <a:fillRect/>
          </a:stretch>
        </p:blipFill>
        <p:spPr>
          <a:xfrm>
            <a:off x="3607904" y="1709530"/>
            <a:ext cx="8584096" cy="4996070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DA678DD-023B-A5CA-6794-178F2DA751B7}"/>
              </a:ext>
            </a:extLst>
          </p:cNvPr>
          <p:cNvCxnSpPr>
            <a:cxnSpLocks/>
          </p:cNvCxnSpPr>
          <p:nvPr/>
        </p:nvCxnSpPr>
        <p:spPr>
          <a:xfrm flipV="1">
            <a:off x="2584174" y="3299791"/>
            <a:ext cx="2355574" cy="74543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62EBAEA-BEA8-44E9-7387-13273E28122D}"/>
              </a:ext>
            </a:extLst>
          </p:cNvPr>
          <p:cNvCxnSpPr>
            <a:cxnSpLocks/>
          </p:cNvCxnSpPr>
          <p:nvPr/>
        </p:nvCxnSpPr>
        <p:spPr>
          <a:xfrm>
            <a:off x="5280991" y="3299791"/>
            <a:ext cx="682487" cy="54665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149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33164E-C672-AB1C-E112-72FB06203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pic>
        <p:nvPicPr>
          <p:cNvPr id="7" name="그림 6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4119A7-D820-7E49-3D46-DD7EECF0A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83"/>
          <a:stretch>
            <a:fillRect/>
          </a:stretch>
        </p:blipFill>
        <p:spPr>
          <a:xfrm>
            <a:off x="4521200" y="152400"/>
            <a:ext cx="7670800" cy="6553200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7F62B2F-625C-DC99-5A1B-6B1B9F79B0B0}"/>
              </a:ext>
            </a:extLst>
          </p:cNvPr>
          <p:cNvCxnSpPr>
            <a:cxnSpLocks/>
          </p:cNvCxnSpPr>
          <p:nvPr/>
        </p:nvCxnSpPr>
        <p:spPr>
          <a:xfrm flipV="1">
            <a:off x="3251200" y="3289300"/>
            <a:ext cx="1574800" cy="316230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7F41492-F4BE-D70A-DE06-7081319BBC81}"/>
              </a:ext>
            </a:extLst>
          </p:cNvPr>
          <p:cNvCxnSpPr>
            <a:cxnSpLocks/>
          </p:cNvCxnSpPr>
          <p:nvPr/>
        </p:nvCxnSpPr>
        <p:spPr>
          <a:xfrm>
            <a:off x="4826000" y="3289300"/>
            <a:ext cx="939800" cy="104140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197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EBDD8A-2193-0D4D-CB6E-DD1ADA444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pic>
        <p:nvPicPr>
          <p:cNvPr id="5" name="그림 4" descr="스크린샷, 소프트웨어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3691B1-4482-FF09-451A-FD8D8F28D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449"/>
          <a:stretch>
            <a:fillRect/>
          </a:stretch>
        </p:blipFill>
        <p:spPr>
          <a:xfrm>
            <a:off x="0" y="3327400"/>
            <a:ext cx="12192000" cy="3378200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1C923CC-5380-32DC-E901-53311EFCC997}"/>
              </a:ext>
            </a:extLst>
          </p:cNvPr>
          <p:cNvCxnSpPr>
            <a:cxnSpLocks/>
          </p:cNvCxnSpPr>
          <p:nvPr/>
        </p:nvCxnSpPr>
        <p:spPr>
          <a:xfrm flipH="1">
            <a:off x="5765800" y="2133600"/>
            <a:ext cx="2289629" cy="219710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814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9F91C8-B9BB-0FF0-02E5-5130E7092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0" y="152400"/>
            <a:ext cx="6096000" cy="6553200"/>
          </a:xfrm>
          <a:prstGeom prst="rect">
            <a:avLst/>
          </a:prstGeom>
        </p:spPr>
      </p:pic>
      <p:pic>
        <p:nvPicPr>
          <p:cNvPr id="9" name="그림 8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F9F2B9-0DCF-73FD-C710-37B2875E9C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6096000" y="152400"/>
            <a:ext cx="6096000" cy="6553200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BA1D82E-E37D-AA65-7773-8E83416A67AE}"/>
              </a:ext>
            </a:extLst>
          </p:cNvPr>
          <p:cNvCxnSpPr>
            <a:cxnSpLocks/>
          </p:cNvCxnSpPr>
          <p:nvPr/>
        </p:nvCxnSpPr>
        <p:spPr>
          <a:xfrm>
            <a:off x="2946400" y="1640114"/>
            <a:ext cx="532674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356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와이드스크린</PresentationFormat>
  <Paragraphs>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Seung Ji Lim</dc:creator>
  <cp:lastModifiedBy>Seung Ji Lim</cp:lastModifiedBy>
  <cp:revision>1</cp:revision>
  <dcterms:created xsi:type="dcterms:W3CDTF">2026-03-02T07:35:01Z</dcterms:created>
  <dcterms:modified xsi:type="dcterms:W3CDTF">2026-03-14T12:57:48Z</dcterms:modified>
</cp:coreProperties>
</file>